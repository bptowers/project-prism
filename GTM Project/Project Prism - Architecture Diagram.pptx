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914400" cy="320040"/>
          </a:xfrm>
          <a:prstGeom prst="round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Prism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 with Clay.com Integration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43200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Revenue Intelligence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57200"/>
            <a:ext cx="100584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02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57300" y="731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457200"/>
            <a:ext cx="100584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502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777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(Clay)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00300" y="731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457200"/>
            <a:ext cx="100584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502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777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43300" y="731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03320" y="457200"/>
            <a:ext cx="100584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56D3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502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777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0332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H1→H3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03320" y="162763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AI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86300" y="731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457200"/>
            <a:ext cx="100584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502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777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9300" y="731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9320" y="457200"/>
            <a:ext cx="100584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502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777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8932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72300" y="731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32320" y="457200"/>
            <a:ext cx="100584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502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78040" y="777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2377440"/>
            <a:ext cx="2743200" cy="22860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Core Intelligence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2377440"/>
            <a:ext cx="2743200" cy="228600"/>
          </a:xfrm>
          <a:prstGeom prst="rect">
            <a:avLst/>
          </a:prstGeom>
          <a:solidFill>
            <a:srgbClr val="BC8CFF">
              <a:alpha val="3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Real-time Integration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2377440"/>
            <a:ext cx="2743200" cy="228600"/>
          </a:xfrm>
          <a:prstGeom prst="rect">
            <a:avLst/>
          </a:prstGeom>
          <a:solidFill>
            <a:srgbClr val="56D364">
              <a:alpha val="30000"/>
            </a:srgbClr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Agentic Expansion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Closed-Loop Feedback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SFDC Win/Loss Notes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competitive intelligence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640080" cy="228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365760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SFDC Deal Review Forms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deal metadata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640080" cy="228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48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 Co-Pilot Transcripts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&amp; signals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640080" cy="228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94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743200"/>
            <a:ext cx="365760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Buying Signals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changes, funding, tech shifts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794760"/>
            <a:ext cx="640080" cy="228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794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H2+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C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 with Clay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731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Enrichment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Enrichment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56032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Firmographic &amp; Technographic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56032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Intelligence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256032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Mapping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057400"/>
            <a:ext cx="256032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Monitoring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057400"/>
            <a:ext cx="256032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Quality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Pricing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377440" cy="10972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$149/mo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377440" cy="10972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$800/mo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0" y="3200400"/>
            <a:ext cx="2377440" cy="10972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Export from Salesforce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SFDC API Streaming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Validation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Mapping &amp; Transformation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Clay Enrichment Integration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Deduplication &amp; Normalization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274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6D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0352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685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AI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Three-Pass Approach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 Abstraction Layer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/ GPT-4o / Gemini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Radar Assessment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Analysis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Opportunity Identification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4023360" cy="868680"/>
          </a:xfrm>
          <a:prstGeom prst="rect">
            <a:avLst/>
          </a:prstGeom>
          <a:solidFill>
            <a:srgbClr val="1A3A2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17520"/>
            <a:ext cx="54864" cy="86868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by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3291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 Layer decouples intelligence from any single LLM. Claude is primary, but GPT-4o, Gemini, and future models can be hot-swapped.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560320" cy="1005840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analysis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37560" y="274320"/>
            <a:ext cx="2560320" cy="1005840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320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594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Synthesis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896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NA/UK/ANZ patterns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"/>
            <a:ext cx="2560320" cy="1005840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20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594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896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Radar — 12 Key Indicators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103120"/>
            <a:ext cx="137160" cy="1371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084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Velocity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2103120"/>
            <a:ext cx="137160" cy="1371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2084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Signal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51960" y="2103120"/>
            <a:ext cx="137160" cy="1371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2084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2103120"/>
            <a:ext cx="137160" cy="1371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084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Threat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606040"/>
            <a:ext cx="137160" cy="1371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5877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Approval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2606040"/>
            <a:ext cx="137160" cy="1371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25877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Risk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51960" y="2606040"/>
            <a:ext cx="137160" cy="13716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25877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Match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137160" cy="13716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5877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Changes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108960"/>
            <a:ext cx="137160" cy="13716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Events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77440" y="3108960"/>
            <a:ext cx="137160" cy="13716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51960" y="3108960"/>
            <a:ext cx="137160" cy="13716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6" name="Text 34"/>
          <p:cNvSpPr/>
          <p:nvPr/>
        </p:nvSpPr>
        <p:spPr>
          <a:xfrm>
            <a:off x="4434840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Win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Clay-Powered Indicators ●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2743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Regional Roll-ups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Theme Taxonomy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Scoring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Outlier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Synthesis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6D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0352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777240"/>
            <a:ext cx="4023360" cy="2743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PPTX Report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 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Feed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Markdown Brief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Regional Deep-Dives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Summaries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&amp; 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ELT/GTM Leadership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365760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guidance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365760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057400"/>
            <a:ext cx="365760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423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expansion (H2)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Flywheel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1645920" cy="36576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3749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3703320"/>
            <a:ext cx="1645920" cy="36576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3749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Targeting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81628" y="3749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3703320"/>
            <a:ext cx="1645920" cy="36576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749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Outbound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4708" y="3749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06440" y="3703320"/>
            <a:ext cx="1645920" cy="36576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749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Pipeline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47788" y="3749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3703320"/>
            <a:ext cx="1645920" cy="36576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749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3749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2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6D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Agentic Growth Force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Agents (NCA)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TAM Definition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Waterfall Enrich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Claygent Research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2316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Personalized Sequencing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Qualified Meetings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 Agents (Expansion)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18872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Base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60020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Expansion Signals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01168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01168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White Space 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42316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42316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Upsell/Cross-sell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393192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834640"/>
            <a:ext cx="45720" cy="3200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Outreach Campaign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274320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886200"/>
            <a:ext cx="2743200" cy="36576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RAC Reduction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66160" y="3886200"/>
            <a:ext cx="274320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6160" y="3886200"/>
            <a:ext cx="2743200" cy="36576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42" name="Text 40"/>
          <p:cNvSpPr/>
          <p:nvPr/>
        </p:nvSpPr>
        <p:spPr>
          <a:xfrm>
            <a:off x="370332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Outbound Coverage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0" y="3886200"/>
            <a:ext cx="274320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3886200"/>
            <a:ext cx="2743200" cy="36576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45" name="Text 43"/>
          <p:cNvSpPr/>
          <p:nvPr/>
        </p:nvSpPr>
        <p:spPr>
          <a:xfrm>
            <a:off x="681228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TAM Penetration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Operating Rhythm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645920" cy="7315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&amp; Analysis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94560" y="777240"/>
            <a:ext cx="1645920" cy="7315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868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143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Review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31920" y="777240"/>
            <a:ext cx="1645920" cy="7315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868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PM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0" y="1143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0" y="777240"/>
            <a:ext cx="1645920" cy="7315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868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1143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Planning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06640" y="777240"/>
            <a:ext cx="1645920" cy="7315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868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 Friday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1143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Feedback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INTELLIGENCE LOOP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Intelligence continuously monitors market signals, enriches pipeline, and optimizes GTM strategy through closed-loop feedback.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Stakeholders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192024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735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 Mansel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— Executive Sponsor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06040" y="3200400"/>
            <a:ext cx="192024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32735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Duda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35204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RevOps — Architecture Lead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3200400"/>
            <a:ext cx="192024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735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 Towers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5204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Leader UK/ANZ — Builder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3200400"/>
            <a:ext cx="192024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2735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Logan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95160" y="35204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— Technical Approval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Prism — Global Revenue Intelligence Engine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55280" y="4480560"/>
            <a:ext cx="1005840" cy="274320"/>
          </a:xfrm>
          <a:prstGeom prst="roundRect">
            <a:avLst/>
          </a:prstGeom>
          <a:solidFill>
            <a:srgbClr val="F85149"/>
          </a:solidFill>
          <a:ln/>
        </p:spPr>
      </p:sp>
      <p:sp>
        <p:nvSpPr>
          <p:cNvPr id="36" name="Text 34"/>
          <p:cNvSpPr/>
          <p:nvPr/>
        </p:nvSpPr>
        <p:spPr>
          <a:xfrm>
            <a:off x="7955280" y="4480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2026-02-08T20:22:04Z</dcterms:created>
  <dcterms:modified xsi:type="dcterms:W3CDTF">2026-02-08T20:22:04Z</dcterms:modified>
</cp:coreProperties>
</file>