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927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Prism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Revenue Intelligence Engine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Update  |  February 2026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32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46863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 Towers  |  SE Lead, UK &amp; ANZ  |  Sponsored by Pete Mansel (CRO)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356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2527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Blind Spots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16184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analysis is manual, inconsistent, and happens too late to change outcomes.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37744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237744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6700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4871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Cycle Pressure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91640" y="28529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high-velocity model means a single day of inaction is 7% of the entire sales cycle.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361188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31520" y="361188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90448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7216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Intelligence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0873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insights live in notes, spreadsheets, and tribal knowledge — not in one actionable view.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Project Prism?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revenue intelligence engine that transforms raw Salesforce data into actionable deal insights, risk alerts, and CRO-ready briefings —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737360" cy="1097280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73736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BigQuery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21488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80360" y="1920240"/>
            <a:ext cx="1737360" cy="1097280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80360" y="1920240"/>
            <a:ext cx="17373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80360" y="2103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/ Gemini)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0" y="1920240"/>
            <a:ext cx="1737360" cy="1097280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0" y="1920240"/>
            <a:ext cx="17373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Theme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21488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178040" y="1920240"/>
            <a:ext cx="1737360" cy="1097280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78040" y="1920240"/>
            <a:ext cx="173736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78040" y="2103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657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Health Scores (0-100) for every opportunity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theme extraction across all regions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signals: ghost deals, stalls, missing champions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CRO briefing with P1/P2/P3 actions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intelligence aggregation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Been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4904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dark-theme UI with region tabs, AI briefing panel, risk radar, and trend charts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28600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31520" y="228600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06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 Engine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7320" y="2724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(Claude/Gemini/OpenAI) with batched processing and retry logic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52044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31520" y="352044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Ingestion Pipeline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17320" y="3959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field mapping, PII scrubbing, data quality scoring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105156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54880" y="105156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71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Simpro Stage Model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40680" y="14904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5-stage sales process (Discovery → Closed Won) with required field validation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54880" y="228600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754880" y="228600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060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Calibration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40680" y="2724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 tuned for high-velocity 14-day cycles and MRR focus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754880" y="352044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754880" y="352044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84048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4068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Infrastructure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440680" y="3959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Functions, Firestore, Storage — deployed and live at project-prism.web.app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Calibrated for Simpro's Speed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threshold has been tuned for a 14-day target cycle and MRR revenue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411480"/>
          </a:xfrm>
          <a:prstGeom prst="rect">
            <a:avLst/>
          </a:prstGeom>
          <a:solidFill>
            <a:srgbClr val="132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7680960" cy="548640"/>
          </a:xfrm>
          <a:prstGeom prst="rect">
            <a:avLst/>
          </a:prstGeom>
          <a:solidFill>
            <a:srgbClr val="0714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Deal Alert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 silence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silence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= 20% of full cycle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423160"/>
            <a:ext cx="7680960" cy="5486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Threshold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&gt;$25K deal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&gt;$2K MRR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is our revenue metric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971800"/>
            <a:ext cx="7680960" cy="548640"/>
          </a:xfrm>
          <a:prstGeom prst="rect">
            <a:avLst/>
          </a:prstGeom>
          <a:solidFill>
            <a:srgbClr val="0714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Stall Warning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tracked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days in stage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~2-3 days per stage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520440"/>
            <a:ext cx="7680960" cy="5486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3520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Blind Spot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&gt;$10K deals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&gt;$500 MRR deals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matter at all tiers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069080"/>
            <a:ext cx="7680960" cy="548640"/>
          </a:xfrm>
          <a:prstGeom prst="rect">
            <a:avLst/>
          </a:prstGeom>
          <a:solidFill>
            <a:srgbClr val="0714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Urgency (P1)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608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4069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= 7% of the deal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Aligned to Pete's AI-First CRO 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maps directly to the three pillars from Pete's "The AI-First CRO" framework.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5146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6459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themes, risk signals, and competitor intel from every deal automatically.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66160" y="141732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66160" y="1417320"/>
            <a:ext cx="25146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6459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4904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P1/P2/P3 recommendations ensure the right action happens at the right time.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1417320"/>
            <a:ext cx="2514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0" y="1417320"/>
            <a:ext cx="25146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6459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23317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Revenue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8368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analysis loop: every CSV upload feeds back into pattern detection.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1005840" y="4407408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137160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 Built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566160" y="4407408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393192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Partially Built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126480" y="4407408"/>
            <a:ext cx="228600" cy="228600"/>
          </a:xfrm>
          <a:prstGeom prst="ellipse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49224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New Features Mapped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Requirements: What We Need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spec document has been prepared for the data warehouse team.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Start: 7 Fields to Get Running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114800" cy="365760"/>
          </a:xfrm>
          <a:prstGeom prst="rect">
            <a:avLst/>
          </a:prstGeom>
          <a:solidFill>
            <a:srgbClr val="132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4114800" cy="365760"/>
          </a:xfrm>
          <a:prstGeom prst="rect">
            <a:avLst/>
          </a:prstGeom>
          <a:solidFill>
            <a:srgbClr val="0714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Name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4114800" cy="365760"/>
          </a:xfrm>
          <a:prstGeom prst="rect">
            <a:avLst/>
          </a:prstGeom>
          <a:solidFill>
            <a:srgbClr val="132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4114800" cy="365760"/>
          </a:xfrm>
          <a:prstGeom prst="rect">
            <a:avLst/>
          </a:prstGeom>
          <a:solidFill>
            <a:srgbClr val="0714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MRR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291840"/>
            <a:ext cx="4114800" cy="365760"/>
          </a:xfrm>
          <a:prstGeom prst="rect">
            <a:avLst/>
          </a:prstGeom>
          <a:solidFill>
            <a:srgbClr val="132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4114800" cy="365760"/>
          </a:xfrm>
          <a:prstGeom prst="rect">
            <a:avLst/>
          </a:prstGeom>
          <a:solidFill>
            <a:srgbClr val="0714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657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023360"/>
            <a:ext cx="4114800" cy="365760"/>
          </a:xfrm>
          <a:prstGeom prst="rect">
            <a:avLst/>
          </a:prstGeom>
          <a:solidFill>
            <a:srgbClr val="132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Reason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Fields (20+ more)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17830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review notes &amp; manager notes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activity date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/ opportunity owner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source &amp; deal type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 identified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mentioned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category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geography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specification: Prism-Data-Requirements-Spec.docx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Get the Data 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124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Manual CSV Upload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14447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from Salesforce/BigQuery, upload via dashboard. Great for pilot testing with a subset of data.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49440" y="1234440"/>
            <a:ext cx="1280160" cy="2926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49440" y="12344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dev effort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949440" y="1600200"/>
            <a:ext cx="128016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949440" y="16002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520" y="233172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31520" y="2331720"/>
            <a:ext cx="64008" cy="109728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6517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4048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Scheduled BigQuery Export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45920" y="2724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extract from BigQuery to Cloud Storage bucket. Prism picks up new files automatically.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49440" y="2514600"/>
            <a:ext cx="1280160" cy="292608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949440" y="2514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team: 2-4 hours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949440" y="2880360"/>
            <a:ext cx="128016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949440" y="2880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weeks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31520" y="361188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31520" y="361188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93192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45920" y="3685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C: Direct API Integration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645920" y="40050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Salesforce webhook or BigQuery streaming connector. Full automation, zero manual steps.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949440" y="3794760"/>
            <a:ext cx="128016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949440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sprint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949440" y="4160520"/>
            <a:ext cx="128016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949440" y="41605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weeks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Start with Option A (pilot), move to Option B for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&amp;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514600" cy="3291840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51460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 delivers Quick Start CSV extract (7 fields)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first live analysis through the pipeline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results with Pete and Mike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097280"/>
            <a:ext cx="2514600" cy="3291840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66160" y="1097280"/>
            <a:ext cx="2514600" cy="50292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097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2-3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17830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enrichment fields (notes, activity dates, reps)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scheduled BigQuery export (Option 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AI prompts based on real data feedback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2514600" cy="3291840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1097280"/>
            <a:ext cx="251460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097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4-6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17830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Pete's 20 Questions Dashboard (killer feature)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rollout (UK, AU, NZ, NA, IE)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automated CRO briefings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to Move Forward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685800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SFDC Team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554480" y="15361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Quick Start CSV extract (7 fields) from BigQuery this week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1965960"/>
            <a:ext cx="7680960" cy="685800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031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 (CRO)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554480" y="23134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review of first live analysis results to validate AI accuracy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2743200"/>
            <a:ext cx="7680960" cy="685800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8803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(RevOps)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554480" y="30906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region mapping and sales stage naming conventions match Salesforce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" y="3520440"/>
            <a:ext cx="7680960" cy="685800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6576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(CIO)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554480" y="38679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scheduled BigQuery export path for Phase 2 automation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First live revenue intelligence report by end of this week.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Really 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4608576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to Working Prototype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40096" y="10515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Tuning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React dashboard with dark theme 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LLM engine (Claude/Gemini/OpenAI)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parser with Simpro field mapping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MRR-calibrated risk detection &amp; thresholds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infrastructure deployed &amp; live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Pete's CRO framework mapped to 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with real Simpro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column name mapping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rounds of LLM prompt tuning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cases: missing fields, stage names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transformer → dashboard rendering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polish and stakeholder walkthrough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"code compiles" and "works with real data" is where 60-70% of the effort lives.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Integration Risks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areas most likely to need iteration once real data flows through the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680960" cy="713232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64008" cy="7132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0" y="1600200"/>
            <a:ext cx="914400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0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Column Mapping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75564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CSV parser expects specific Salesforce column names. BigQuery exports will likely use different naming conventions. First fix we'll make.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7680960" cy="713232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2286000"/>
            <a:ext cx="64008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0" y="2468880"/>
            <a:ext cx="91440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0" y="2468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2331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Quality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62432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will be structurally correct but needs 2-3 prompt tuning rounds to produce genuinely useful Simpro-specific insights.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7680960" cy="713232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3154680"/>
            <a:ext cx="64008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0" y="3337560"/>
            <a:ext cx="914400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3337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in Real Data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49300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with missing fields, unexpected stage names, currency formatting, and empty win/loss reasons will need graceful handling.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7680960" cy="713232"/>
          </a:xfrm>
          <a:prstGeom prst="rect">
            <a:avLst/>
          </a:prstGeom>
          <a:solidFill>
            <a:srgbClr val="132B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4023360"/>
            <a:ext cx="64008" cy="7132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0" y="4206240"/>
            <a:ext cx="914400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0" y="4206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4069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Transformer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36168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that converts backend LLM output into the dashboard's expected shape is the most fragile link. Likely needs debugging with real payloads.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 Path to Live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Week of March 16th — first live revenue intelligence demo for Pete.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5146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514600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Quick Start CSV from data team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Firebase emulators running locally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first real CSV through the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column mapping mismatches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log every failure point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417320"/>
            <a:ext cx="25146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66160" y="1417320"/>
            <a:ext cx="251460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1417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Tune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224028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LLM prompt quality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edge cases from real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dashboard rendering with live 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risk thresholds against actual deals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data extract with enrichment fields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417320"/>
            <a:ext cx="25146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2514600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417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1737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Ready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224028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dashboard with real data flowing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Pete through live analysis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AI accuracy against known outcomes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what worked and what didn't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 2 automation path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dependency: Data team delivers Quick Start extract this week. Clock starts then.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engine is built.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A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need real fuel.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me the data and three weeks,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I'll show you live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intelligence."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Demo: Week of March 16,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1260</Words>
  <Application>Microsoft Macintosh PowerPoint</Application>
  <PresentationFormat>On-screen Show (16:9)</PresentationFormat>
  <Paragraphs>223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Prism — Status Update</dc:title>
  <dc:subject>PptxGenJS Presentation</dc:subject>
  <dc:creator>Brad Towers</dc:creator>
  <cp:lastModifiedBy>Brad Towers</cp:lastModifiedBy>
  <cp:revision>2</cp:revision>
  <dcterms:created xsi:type="dcterms:W3CDTF">2026-02-24T11:17:28Z</dcterms:created>
  <dcterms:modified xsi:type="dcterms:W3CDTF">2026-02-24T13:15:33Z</dcterms:modified>
</cp:coreProperties>
</file>