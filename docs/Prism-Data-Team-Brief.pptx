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2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33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Prism — Revenue Intelligence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Brief  ·  February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Prism?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that ingests Salesforce opportunity data and produces structured revenue intelligence — deal health, risk signals, win/loss themes, competitor intel, and executive briefings.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Built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26517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(live on Firebase)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pipeline (Claude/Gemini/OpenAI)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parser with Salesforce field mapping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Simpro sales stages &amp; MRR calibration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aggregation &amp; reporting API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17720" y="960120"/>
            <a:ext cx="4206240" cy="3794760"/>
          </a:xfrm>
          <a:prstGeom prst="rect">
            <a:avLst/>
          </a:prstGeom>
          <a:solidFill>
            <a:srgbClr val="132B5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17720" y="960120"/>
            <a:ext cx="54864" cy="379476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0972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8928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80060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extract from BigQuery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0060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opps from past 12 months (Won, Lost, Active)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0060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field: 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MRR (preferred) or Amount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0060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ID, Name, Account, Stage, Close Date, Owner, Region, Loss Reason, Competitor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00600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have: 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Activity Date, Manager Notes, Lead Source, Product Interest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00600" y="3794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(ideally Monday mornings)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 spec: Prism-Data-Requirements-Spec.docx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once we get the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560320" cy="3108960"/>
          </a:xfrm>
          <a:prstGeom prst="rect">
            <a:avLst/>
          </a:prstGeom>
          <a:solidFill>
            <a:srgbClr val="132B5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Things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real CSV into pipeline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BigQuery columns to Prism fields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LLM analysis batch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data gaps &amp; edge cases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560320" cy="3108960"/>
          </a:xfrm>
          <a:prstGeom prst="rect">
            <a:avLst/>
          </a:prstGeom>
          <a:solidFill>
            <a:srgbClr val="132B5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56032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&amp; Tune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LLM prompts with real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MRR thresholds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regional aggregation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parsing edge cases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560320" cy="3108960"/>
          </a:xfrm>
          <a:prstGeom prst="rect">
            <a:avLst/>
          </a:prstGeom>
          <a:solidFill>
            <a:srgbClr val="132B5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Ready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working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showing live intel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automation configured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Pete &amp; stakeholders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32B50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8912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4251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quick-start CSV with ~50-100 recent opportunities so we can validate the pipeline. Full extract to follow.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273</Words>
  <Application>Microsoft Macintosh PowerPoint</Application>
  <PresentationFormat>On-screen Show (16:9)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Prism — Data Team Brief</dc:title>
  <dc:subject>PptxGenJS Presentation</dc:subject>
  <dc:creator>Brad Towers</dc:creator>
  <cp:lastModifiedBy>Brad Towers</cp:lastModifiedBy>
  <cp:revision>2</cp:revision>
  <dcterms:created xsi:type="dcterms:W3CDTF">2026-02-24T13:26:59Z</dcterms:created>
  <dcterms:modified xsi:type="dcterms:W3CDTF">2026-02-24T17:39:27Z</dcterms:modified>
</cp:coreProperties>
</file>